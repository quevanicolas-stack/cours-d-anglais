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8968" y="-1097280"/>
            <a:ext cx="2926080" cy="2926080"/>
          </a:xfrm>
          <a:prstGeom prst="ellipse">
            <a:avLst/>
          </a:prstGeom>
          <a:solidFill>
            <a:srgbClr val="2C1F1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8494776"/>
            <a:ext cx="3108960" cy="3108960"/>
          </a:xfrm>
          <a:prstGeom prst="ellipse">
            <a:avLst/>
          </a:prstGeom>
          <a:solidFill>
            <a:srgbClr val="6E2C3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291840"/>
            <a:ext cx="6007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GRATUIT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703320"/>
            <a:ext cx="6007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E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Avoiding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4617720"/>
            <a:ext cx="6007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Essentials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5577840"/>
            <a:ext cx="6007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8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guide pour ne plus jamais fuir un client anglophone — et faire passer ton business au niveau supérieur.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8778240"/>
            <a:ext cx="91440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8915400"/>
            <a:ext cx="6007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Aurélie · Fluent &amp; Forward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6007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COMMENCER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6007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B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n'est pas ton anglais, le problème.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6007608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Sois honnête avec toi-même deux secondes.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évites certains marchés parce que tu ne te sens pas légitime à négocier en anglais.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payes un intermédiaire — parfois cher — juste pour ne pas avoir à discuter toi-même avec un partenaire anglophone.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choisis systématiquement des collaborateurs francophones, même moins compétents ou plus chers, parce que l'anglais te fait peur.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tu prépares une expatriation dans un pays anglophone... en repoussant sans cesse le moment où tu devras vraiment t'y confronter.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6675120"/>
            <a:ext cx="6007608" cy="0"/>
          </a:xfrm>
          <a:prstGeom prst="line">
            <a:avLst/>
          </a:prstGeom>
          <a:noFill/>
          <a:ln w="12700">
            <a:solidFill>
              <a:srgbClr val="D9CB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949440"/>
            <a:ext cx="6007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6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de tout ça n'est un problème de compétence business. C'est un problème de langue — et ça se règle. Ce guide te donne de quoi commencer, aujourd'hui.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0186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&amp; FORWARD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70448" y="101864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6007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6007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3B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5 phrases de survie en appel client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6007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utiliser dès que tu sens la panique monter — elles gagnent du temps, sans jamais sonner faible.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600760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9"/>
            </a:solidFill>
            <a:prstDash val="solid"/>
          </a:ln>
          <a:effectLst>
            <a:outerShdw sx="100000" sy="100000" kx="0" ky="0" algn="bl" rotWithShape="0" blurRad="63500" dist="25400" dir="5400000">
              <a:srgbClr val="3B2A2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77440"/>
            <a:ext cx="73152" cy="117043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514600"/>
            <a:ext cx="54589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“Sorry, could you say that again, please?”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090672"/>
            <a:ext cx="5458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faire répéter, sans complexe.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712464"/>
            <a:ext cx="600760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9"/>
            </a:solidFill>
            <a:prstDash val="solid"/>
          </a:ln>
          <a:effectLst>
            <a:outerShdw sx="100000" sy="100000" kx="0" ky="0" algn="bl" rotWithShape="0" blurRad="63500" dist="25400" dir="5400000">
              <a:srgbClr val="3B2A2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712464"/>
            <a:ext cx="73152" cy="117043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849624"/>
            <a:ext cx="54589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to make sure I understood — you mean...?”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425696"/>
            <a:ext cx="5458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reformuler et vérifier avant de répondre.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5047488"/>
            <a:ext cx="600760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9"/>
            </a:solidFill>
            <a:prstDash val="solid"/>
          </a:ln>
          <a:effectLst>
            <a:outerShdw sx="100000" sy="100000" kx="0" ky="0" algn="bl" rotWithShape="0" blurRad="63500" dist="25400" dir="5400000">
              <a:srgbClr val="3B2A2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5047488"/>
            <a:ext cx="73152" cy="117043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184648"/>
            <a:ext cx="54589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a great question — give me one second to think.”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5760720"/>
            <a:ext cx="5458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t'accorder un vrai temps de réflexion.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6382512"/>
            <a:ext cx="600760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9"/>
            </a:solidFill>
            <a:prstDash val="solid"/>
          </a:ln>
          <a:effectLst>
            <a:outerShdw sx="100000" sy="100000" kx="0" ky="0" algn="bl" rotWithShape="0" blurRad="63500" dist="25400" dir="5400000">
              <a:srgbClr val="3B2A2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6382512"/>
            <a:ext cx="73152" cy="117043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6519672"/>
            <a:ext cx="54589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me get back to you on that by [day].”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7095744"/>
            <a:ext cx="5458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ne jamais improviser une réponse importante.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7717536"/>
            <a:ext cx="600760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9"/>
            </a:solidFill>
            <a:prstDash val="solid"/>
          </a:ln>
          <a:effectLst>
            <a:outerShdw sx="100000" sy="100000" kx="0" ky="0" algn="bl" rotWithShape="0" blurRad="63500" dist="25400" dir="5400000">
              <a:srgbClr val="3B2A23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7717536"/>
            <a:ext cx="73152" cy="117043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7854696"/>
            <a:ext cx="54589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make sure I get this right for you.”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8430768"/>
            <a:ext cx="5458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rassurer sans avoir besoin d'être parfaite.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10186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&amp; FORWARD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70448" y="101864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6007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6007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3B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Répondre sans paniquer à une question inattendue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6007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blocage vient rarement du vocabulaire — il vient de devoir répondre dans l'instant. Ces formules t'achètent du temps, avec classe.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600760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9"/>
            </a:solidFill>
            <a:prstDash val="solid"/>
          </a:ln>
          <a:effectLst>
            <a:outerShdw sx="100000" sy="100000" kx="0" ky="0" algn="bl" rotWithShape="0" blurRad="63500" dist="25400" dir="5400000">
              <a:srgbClr val="3B2A2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06040"/>
            <a:ext cx="73152" cy="117043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743200"/>
            <a:ext cx="54589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a great question — let me check and confirm.”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319272"/>
            <a:ext cx="5458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ne jamais te sentir obligée d'improviser.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941064"/>
            <a:ext cx="600760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9"/>
            </a:solidFill>
            <a:prstDash val="solid"/>
          </a:ln>
          <a:effectLst>
            <a:outerShdw sx="100000" sy="100000" kx="0" ky="0" algn="bl" rotWithShape="0" blurRad="63500" dist="25400" dir="5400000">
              <a:srgbClr val="3B2A2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941064"/>
            <a:ext cx="73152" cy="117043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078224"/>
            <a:ext cx="54589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 make sure I answer properly, what do you mean by...?”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654296"/>
            <a:ext cx="5458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clarifier avant de t'engager sur une réponse.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5276088"/>
            <a:ext cx="600760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9"/>
            </a:solidFill>
            <a:prstDash val="solid"/>
          </a:ln>
          <a:effectLst>
            <a:outerShdw sx="100000" sy="100000" kx="0" ky="0" algn="bl" rotWithShape="0" blurRad="63500" dist="25400" dir="5400000">
              <a:srgbClr val="3B2A2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5276088"/>
            <a:ext cx="73152" cy="117043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413248"/>
            <a:ext cx="54589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have that number in front of me — I'll send it right after this call.”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5989320"/>
            <a:ext cx="5458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gérer un blanc sur un chiffre ou un détail précis.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6748272"/>
            <a:ext cx="6007608" cy="1371600"/>
          </a:xfrm>
          <a:prstGeom prst="rect">
            <a:avLst/>
          </a:prstGeom>
          <a:solidFill>
            <a:srgbClr val="EFE6D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6931152"/>
            <a:ext cx="54589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personne — même bilingue — ne répond instantanément à tout. Prendre 3 secondes pour formuler, en français ou en anglais, c'est un réflexe pro. Pas une faiblesse.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10186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&amp; FORWARD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70448" y="101864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6007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6007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3B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 mini-script pour une première prise de contact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6007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copier-coller et adapter, pour un premier email ou message LinkedIn à un prospect anglophone.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60076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9"/>
            </a:solidFill>
            <a:prstDash val="solid"/>
          </a:ln>
          <a:effectLst>
            <a:outerShdw sx="100000" sy="100000" kx="0" ky="0" algn="bl" rotWithShape="0" blurRad="63500" dist="25400" dir="5400000">
              <a:srgbClr val="3B2A2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606040"/>
            <a:ext cx="527608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[First name],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hope this message finds you well. I came across [company/profile] and wanted to reach out directly.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phrase sur pourquoi tu les contactes — ce que tu proposes ou ce qui t'a donné envie d'écrire]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be open to a quick call this week to explore if this could be a good fit?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forward to hearing from you.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Best,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[Ton prénom]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6172200"/>
            <a:ext cx="6007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garde toujours le premier message court. Le but n'est pas de tout dire — c'est d'obtenir un “oui” pour un appel, où tu reprendras la main à l'oral.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0186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&amp; FORWARD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70448" y="101864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6007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6007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3B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réflexes qui trahissent un email traduit du français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6007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détails, mais qui s'accumulent — et qui changent la perception que ton interlocuteur a de toi.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377440"/>
            <a:ext cx="5367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A8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Please find in attachment the document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Please find the document attached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3154680"/>
            <a:ext cx="5367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Calque direct du français « en pièce jointe » — « in attachment » ne se dit pas.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794760"/>
            <a:ext cx="5367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A8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 am waiting your feedback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look forward to your feedback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4572000"/>
            <a:ext cx="5367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naturel et plus pro qu'une attente qui sonne comme un reproche.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5212080"/>
            <a:ext cx="5367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A8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 have 10 years experience in this field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have 10 years of experience in this field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5989320"/>
            <a:ext cx="5367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Of » est obligatoire entre la durée et « experience » — un oubli très fréquent à l'écrit.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10186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&amp; FORWARD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70448" y="101864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2743200" cy="2743200"/>
          </a:xfrm>
          <a:prstGeom prst="ellipse">
            <a:avLst/>
          </a:prstGeom>
          <a:solidFill>
            <a:srgbClr val="6E2C3A"/>
          </a:solidFill>
          <a:ln/>
        </p:spPr>
      </p:sp>
      <p:sp>
        <p:nvSpPr>
          <p:cNvPr id="3" name="Shape 1"/>
          <p:cNvSpPr/>
          <p:nvPr/>
        </p:nvSpPr>
        <p:spPr>
          <a:xfrm>
            <a:off x="5916168" y="9043416"/>
            <a:ext cx="2560320" cy="2560320"/>
          </a:xfrm>
          <a:prstGeom prst="ellipse">
            <a:avLst/>
          </a:prstGeom>
          <a:solidFill>
            <a:srgbClr val="2C1F1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6007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 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6007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4E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Ces 5 minutes de lecture ne remplacent pas la pratique.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6007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8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Business English Accelerator, c'est 8 semaines pour transformer ces réflexes en automatismes — pour de vrai, dans tes appels, tes emails, tes négociations. Pas un énième cours qu'on n'ouvre jamais.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5029200"/>
            <a:ext cx="91440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212080"/>
            <a:ext cx="6007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cohorte : 10 septembre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23560"/>
            <a:ext cx="6007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limitées · Tarif fondateur pour cette 1ère cohorte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6492240"/>
            <a:ext cx="3291840" cy="59436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64922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réserve ma place 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7269480"/>
            <a:ext cx="6007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[Lien vers ta page Systeme.io]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0186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&amp; FORWARD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70448" y="101864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2026-08-14T09:49:28Z</dcterms:created>
  <dcterms:modified xsi:type="dcterms:W3CDTF">2026-08-14T09:49:28Z</dcterms:modified>
</cp:coreProperties>
</file>